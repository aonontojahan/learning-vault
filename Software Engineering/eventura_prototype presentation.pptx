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3" r:id="rId1"/>
  </p:sldMasterIdLst>
  <p:sldIdLst>
    <p:sldId id="269" r:id="rId2"/>
    <p:sldId id="256" r:id="rId3"/>
    <p:sldId id="265" r:id="rId4"/>
    <p:sldId id="266" r:id="rId5"/>
    <p:sldId id="268" r:id="rId6"/>
    <p:sldId id="261" r:id="rId7"/>
    <p:sldId id="263" r:id="rId8"/>
    <p:sldId id="264" r:id="rId9"/>
    <p:sldId id="270" r:id="rId10"/>
    <p:sldId id="260" r:id="rId11"/>
    <p:sldId id="271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9" d="100"/>
          <a:sy n="69" d="100"/>
        </p:scale>
        <p:origin x="564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D4AC5-89C0-469C-9BFC-C4F67EDB3CBB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7F29E-7738-460D-AFF2-A48BE9F3BAE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91743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D4AC5-89C0-469C-9BFC-C4F67EDB3CBB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7F29E-7738-460D-AFF2-A48BE9F3B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7131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D4AC5-89C0-469C-9BFC-C4F67EDB3CBB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7F29E-7738-460D-AFF2-A48BE9F3BAEF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36569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D4AC5-89C0-469C-9BFC-C4F67EDB3CBB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7F29E-7738-460D-AFF2-A48BE9F3B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2593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D4AC5-89C0-469C-9BFC-C4F67EDB3CBB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7F29E-7738-460D-AFF2-A48BE9F3B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7341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D4AC5-89C0-469C-9BFC-C4F67EDB3CBB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7F29E-7738-460D-AFF2-A48BE9F3B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50903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D4AC5-89C0-469C-9BFC-C4F67EDB3CBB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7F29E-7738-460D-AFF2-A48BE9F3B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6838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E98D4AC5-89C0-469C-9BFC-C4F67EDB3CBB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977F29E-7738-460D-AFF2-A48BE9F3B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70571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D4AC5-89C0-469C-9BFC-C4F67EDB3CBB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7F29E-7738-460D-AFF2-A48BE9F3B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98197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D4AC5-89C0-469C-9BFC-C4F67EDB3CBB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7F29E-7738-460D-AFF2-A48BE9F3B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607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8D4AC5-89C0-469C-9BFC-C4F67EDB3CBB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77F29E-7738-460D-AFF2-A48BE9F3BAE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883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98D4AC5-89C0-469C-9BFC-C4F67EDB3CBB}" type="datetimeFigureOut">
              <a:rPr lang="en-US" smtClean="0"/>
              <a:t>1/2/2026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8977F29E-7738-460D-AFF2-A48BE9F3BAEF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79542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1"/>
          <p:cNvSpPr txBox="1"/>
          <p:nvPr/>
        </p:nvSpPr>
        <p:spPr>
          <a:xfrm>
            <a:off x="301117" y="1342362"/>
            <a:ext cx="11589765" cy="3323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7200" b="1" dirty="0" smtClean="0">
                <a:solidFill>
                  <a:srgbClr val="FFFFFF"/>
                </a:solidFill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  <a:sym typeface="Inter Bold"/>
              </a:rPr>
              <a:t>EVENT  MANAGEMENT</a:t>
            </a:r>
          </a:p>
          <a:p>
            <a:pPr algn="ctr">
              <a:spcBef>
                <a:spcPct val="0"/>
              </a:spcBef>
            </a:pPr>
            <a:r>
              <a:rPr lang="en-US" sz="7200" b="1" dirty="0" smtClean="0">
                <a:solidFill>
                  <a:srgbClr val="FFFFFF"/>
                </a:solidFill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  <a:sym typeface="Inter Bold"/>
              </a:rPr>
              <a:t>INFORMATION  SYSTEM</a:t>
            </a:r>
          </a:p>
          <a:p>
            <a:pPr algn="ctr">
              <a:spcBef>
                <a:spcPct val="0"/>
              </a:spcBef>
            </a:pPr>
            <a:r>
              <a:rPr lang="en-US" sz="7200" b="1" dirty="0" smtClean="0">
                <a:solidFill>
                  <a:srgbClr val="FFFFFF"/>
                </a:solidFill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  <a:sym typeface="Inter Bold"/>
              </a:rPr>
              <a:t>(EMIS)</a:t>
            </a:r>
            <a:endParaRPr lang="en-US" sz="7200" b="1" dirty="0">
              <a:solidFill>
                <a:srgbClr val="FFFFFF"/>
              </a:solidFill>
              <a:latin typeface="Times New Roman" panose="02020603050405020304" pitchFamily="18" charset="0"/>
              <a:ea typeface="Inter Bold"/>
              <a:cs typeface="Times New Roman" panose="02020603050405020304" pitchFamily="18" charset="0"/>
              <a:sym typeface="Inter Bold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655782" y="1628062"/>
            <a:ext cx="10317018" cy="258532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</a:pPr>
            <a:r>
              <a:rPr lang="en-US" sz="5400" b="1" dirty="0"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  <a:sym typeface="Inter Bold"/>
              </a:rPr>
              <a:t>EVENT  MANAGEMENT</a:t>
            </a:r>
          </a:p>
          <a:p>
            <a:pPr algn="ctr">
              <a:spcBef>
                <a:spcPct val="0"/>
              </a:spcBef>
            </a:pPr>
            <a:r>
              <a:rPr lang="en-US" sz="5400" b="1" dirty="0"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  <a:sym typeface="Inter Bold"/>
              </a:rPr>
              <a:t>INFORMATION  SYSTEM</a:t>
            </a:r>
          </a:p>
          <a:p>
            <a:pPr algn="ctr">
              <a:spcBef>
                <a:spcPct val="0"/>
              </a:spcBef>
            </a:pPr>
            <a:r>
              <a:rPr lang="en-US" sz="5400" b="1" dirty="0">
                <a:latin typeface="Times New Roman" panose="02020603050405020304" pitchFamily="18" charset="0"/>
                <a:ea typeface="Inter Bold"/>
                <a:cs typeface="Times New Roman" panose="02020603050405020304" pitchFamily="18" charset="0"/>
                <a:sym typeface="Inter Bold"/>
              </a:rPr>
              <a:t>(EMIS)</a:t>
            </a:r>
          </a:p>
        </p:txBody>
      </p:sp>
    </p:spTree>
    <p:extLst>
      <p:ext uri="{BB962C8B-B14F-4D97-AF65-F5344CB8AC3E}">
        <p14:creationId xmlns:p14="http://schemas.microsoft.com/office/powerpoint/2010/main" val="25642174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05F79BCC-FCC2-4930-967D-8AC5AEEC5D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40914" y="1954707"/>
            <a:ext cx="11058359" cy="1324203"/>
          </a:xfrm>
        </p:spPr>
        <p:txBody>
          <a:bodyPr>
            <a:normAutofit/>
          </a:bodyPr>
          <a:lstStyle/>
          <a:p>
            <a:pPr algn="ctr"/>
            <a:r>
              <a:rPr lang="en-US" sz="3200" b="1" dirty="0" smtClean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Prototype 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2093" y="4546753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Aononto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Jahan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Junnurain</a:t>
            </a:r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Dept</a:t>
            </a:r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en-US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of </a:t>
            </a:r>
            <a:r>
              <a:rPr lang="en-US" b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CSE, IUBAT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851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3EB6358E-108F-40BF-9422-66E11B221E44}"/>
              </a:ext>
            </a:extLst>
          </p:cNvPr>
          <p:cNvSpPr txBox="1"/>
          <p:nvPr/>
        </p:nvSpPr>
        <p:spPr>
          <a:xfrm>
            <a:off x="254728" y="1730605"/>
            <a:ext cx="1228825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Eventura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event management platform.</a:t>
            </a:r>
          </a:p>
          <a:p>
            <a:pPr marL="914400" lvl="1" indent="-4572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easily select events, book venue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make payments.</a:t>
            </a:r>
          </a:p>
          <a:p>
            <a:pPr marL="914400" lvl="1" indent="-457200">
              <a:lnSpc>
                <a:spcPct val="200000"/>
              </a:lnSpc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prototype demonstrates all the main interactive features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6" name="Rectangle 5"/>
          <p:cNvSpPr/>
          <p:nvPr/>
        </p:nvSpPr>
        <p:spPr>
          <a:xfrm>
            <a:off x="4611185" y="1036843"/>
            <a:ext cx="305724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403052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4E57E27C-AA2B-4300-BA20-71F63E588EB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036" y="1699005"/>
            <a:ext cx="6657474" cy="331540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D831B0A8-86DB-4E4D-BBDB-BC2E16BD435C}"/>
              </a:ext>
            </a:extLst>
          </p:cNvPr>
          <p:cNvSpPr txBox="1"/>
          <p:nvPr/>
        </p:nvSpPr>
        <p:spPr>
          <a:xfrm>
            <a:off x="7176655" y="1699005"/>
            <a:ext cx="472901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Allows new users to create an account using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email Simple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user-friendly form design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Ensures secure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Visual: Screenshot from the prototype showing the Sign Up interface.</a:t>
            </a:r>
          </a:p>
        </p:txBody>
      </p:sp>
      <p:sp>
        <p:nvSpPr>
          <p:cNvPr id="2" name="Rectangle 1"/>
          <p:cNvSpPr/>
          <p:nvPr/>
        </p:nvSpPr>
        <p:spPr>
          <a:xfrm>
            <a:off x="4742441" y="498788"/>
            <a:ext cx="26805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 SIGN UP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760585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10AEE1A1-803A-445A-A90E-93A5DE7903C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00800" y="1994287"/>
            <a:ext cx="5438274" cy="3302519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B83C7CA1-3724-48EB-9286-A1FB4041EF58}"/>
              </a:ext>
            </a:extLst>
          </p:cNvPr>
          <p:cNvSpPr txBox="1"/>
          <p:nvPr/>
        </p:nvSpPr>
        <p:spPr>
          <a:xfrm>
            <a:off x="532306" y="1900503"/>
            <a:ext cx="567453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Enables registered users to access their account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Options for email/password login or social login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Maintains secure authentication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Screenshot from the prototype showing the Log In interface.</a:t>
            </a:r>
          </a:p>
        </p:txBody>
      </p:sp>
      <p:sp>
        <p:nvSpPr>
          <p:cNvPr id="2" name="Rectangle 1"/>
          <p:cNvSpPr/>
          <p:nvPr/>
        </p:nvSpPr>
        <p:spPr>
          <a:xfrm>
            <a:off x="4528531" y="442989"/>
            <a:ext cx="251863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</a:t>
            </a:r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LOG IN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6529545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B9BF934D-5E0E-4EBC-94B4-E3E69E5B7C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8059" y="1163780"/>
            <a:ext cx="11250668" cy="5024743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4353041" y="408770"/>
            <a:ext cx="3345916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PHOTO GALLARY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449636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DCB326FC-62E9-4DF2-A520-D3B8AD8DD9C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749" y="1492403"/>
            <a:ext cx="6050705" cy="3819202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="" xmlns:a16="http://schemas.microsoft.com/office/drawing/2014/main" id="{91CE3A15-90E2-4B99-A7A3-F9438C4BB553}"/>
              </a:ext>
            </a:extLst>
          </p:cNvPr>
          <p:cNvSpPr txBox="1"/>
          <p:nvPr/>
        </p:nvSpPr>
        <p:spPr>
          <a:xfrm>
            <a:off x="6785324" y="1573878"/>
            <a:ext cx="5406676" cy="40626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Button placement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prominent and user-friendly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Visual: Include a screenshot from the prototype showing the Book Now button. Allows users to book an event directly after selection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Step-by-step booking process is clear and simple.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Rectangle 1"/>
          <p:cNvSpPr/>
          <p:nvPr/>
        </p:nvSpPr>
        <p:spPr>
          <a:xfrm>
            <a:off x="4805623" y="445716"/>
            <a:ext cx="237975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HOME PAGE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34504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CDAE295B-CDC4-41AC-8165-1CCE987AB45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09965" y="1693170"/>
            <a:ext cx="9809017" cy="4084944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4271661" y="611970"/>
            <a:ext cx="368562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BOOKING PROCESS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16929985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4709066" y="658153"/>
            <a:ext cx="22774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PAYMENT OPTION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2109" y="1308784"/>
            <a:ext cx="10058400" cy="42298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4234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B0363D66-1322-4E90-AC4A-BBF374325A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87559" y="1812889"/>
            <a:ext cx="7898550" cy="3604441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591702" y="722807"/>
            <a:ext cx="2583721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APP VERSION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11064242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4014168" y="2514662"/>
            <a:ext cx="3313921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98613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136</TotalTime>
  <Words>176</Words>
  <Application>Microsoft Office PowerPoint</Application>
  <PresentationFormat>Widescreen</PresentationFormat>
  <Paragraphs>39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Calibri</vt:lpstr>
      <vt:lpstr>Calibri Light</vt:lpstr>
      <vt:lpstr>Inter Bold</vt:lpstr>
      <vt:lpstr>Times New Roman</vt:lpstr>
      <vt:lpstr>Wingdings</vt:lpstr>
      <vt:lpstr>Retrospect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Microsoft account</cp:lastModifiedBy>
  <cp:revision>17</cp:revision>
  <dcterms:created xsi:type="dcterms:W3CDTF">2025-12-13T17:53:07Z</dcterms:created>
  <dcterms:modified xsi:type="dcterms:W3CDTF">2026-01-02T07:27:01Z</dcterms:modified>
</cp:coreProperties>
</file>