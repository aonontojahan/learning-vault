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76" r:id="rId2"/>
    <p:sldId id="258" r:id="rId3"/>
    <p:sldId id="260" r:id="rId4"/>
    <p:sldId id="265" r:id="rId5"/>
    <p:sldId id="257" r:id="rId6"/>
    <p:sldId id="259" r:id="rId7"/>
    <p:sldId id="262" r:id="rId8"/>
    <p:sldId id="283" r:id="rId9"/>
    <p:sldId id="261" r:id="rId10"/>
    <p:sldId id="268" r:id="rId11"/>
    <p:sldId id="267" r:id="rId12"/>
    <p:sldId id="263" r:id="rId13"/>
    <p:sldId id="270" r:id="rId14"/>
    <p:sldId id="279" r:id="rId15"/>
    <p:sldId id="280" r:id="rId16"/>
    <p:sldId id="281" r:id="rId17"/>
    <p:sldId id="282" r:id="rId18"/>
    <p:sldId id="266" r:id="rId19"/>
    <p:sldId id="269" r:id="rId20"/>
    <p:sldId id="272" r:id="rId21"/>
    <p:sldId id="271" r:id="rId22"/>
    <p:sldId id="273" r:id="rId23"/>
    <p:sldId id="27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20" autoAdjust="0"/>
    <p:restoredTop sz="88822" autoAdjust="0"/>
  </p:normalViewPr>
  <p:slideViewPr>
    <p:cSldViewPr snapToGrid="0">
      <p:cViewPr varScale="1">
        <p:scale>
          <a:sx n="61" d="100"/>
          <a:sy n="61" d="100"/>
        </p:scale>
        <p:origin x="111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8B6EA7-51C4-43FB-AA4D-A78BDD2C275A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DFE413-A33C-4B5D-BD71-6504EEDF3D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008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1CFCD-3B9A-448B-8FC9-ACD815358AC5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423C1-AEA8-427D-9637-B26FBA1C0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7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1CFCD-3B9A-448B-8FC9-ACD815358AC5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423C1-AEA8-427D-9637-B26FBA1C0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491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1CFCD-3B9A-448B-8FC9-ACD815358AC5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423C1-AEA8-427D-9637-B26FBA1C0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096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1CFCD-3B9A-448B-8FC9-ACD815358AC5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423C1-AEA8-427D-9637-B26FBA1C0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743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1CFCD-3B9A-448B-8FC9-ACD815358AC5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423C1-AEA8-427D-9637-B26FBA1C0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203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1CFCD-3B9A-448B-8FC9-ACD815358AC5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423C1-AEA8-427D-9637-B26FBA1C0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311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1CFCD-3B9A-448B-8FC9-ACD815358AC5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423C1-AEA8-427D-9637-B26FBA1C0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902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1CFCD-3B9A-448B-8FC9-ACD815358AC5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423C1-AEA8-427D-9637-B26FBA1C0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174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1CFCD-3B9A-448B-8FC9-ACD815358AC5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423C1-AEA8-427D-9637-B26FBA1C0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450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1CFCD-3B9A-448B-8FC9-ACD815358AC5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423C1-AEA8-427D-9637-B26FBA1C0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808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1CFCD-3B9A-448B-8FC9-ACD815358AC5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423C1-AEA8-427D-9637-B26FBA1C0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754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D1CFCD-3B9A-448B-8FC9-ACD815358AC5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2423C1-AEA8-427D-9637-B26FBA1C0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458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12" Type="http://schemas.openxmlformats.org/officeDocument/2006/relationships/image" Target="../media/image5.sv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21.png"/><Relationship Id="rId10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TextBox 11"/>
          <p:cNvSpPr txBox="1"/>
          <p:nvPr/>
        </p:nvSpPr>
        <p:spPr>
          <a:xfrm>
            <a:off x="301117" y="1342362"/>
            <a:ext cx="11589765" cy="3323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7200" b="1" dirty="0" smtClean="0">
                <a:solidFill>
                  <a:srgbClr val="FFFFFF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EVENT  MANAGEMENT</a:t>
            </a:r>
          </a:p>
          <a:p>
            <a:pPr algn="ctr">
              <a:spcBef>
                <a:spcPct val="0"/>
              </a:spcBef>
            </a:pPr>
            <a:r>
              <a:rPr lang="en-US" sz="7200" b="1" dirty="0" smtClean="0">
                <a:solidFill>
                  <a:srgbClr val="FFFFFF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INFORMATION  SYSTEM</a:t>
            </a:r>
          </a:p>
          <a:p>
            <a:pPr algn="ctr">
              <a:spcBef>
                <a:spcPct val="0"/>
              </a:spcBef>
            </a:pPr>
            <a:r>
              <a:rPr lang="en-US" sz="7200" b="1" dirty="0" smtClean="0">
                <a:solidFill>
                  <a:srgbClr val="FFFFFF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(EMIS)</a:t>
            </a:r>
            <a:endParaRPr lang="en-US" sz="7200" b="1" dirty="0">
              <a:solidFill>
                <a:srgbClr val="FFFFFF"/>
              </a:solidFill>
              <a:latin typeface="Times New Roman" panose="02020603050405020304" pitchFamily="18" charset="0"/>
              <a:ea typeface="Inter Bold"/>
              <a:cs typeface="Times New Roman" panose="02020603050405020304" pitchFamily="18" charset="0"/>
              <a:sym typeface="Inter 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877540" y="5024420"/>
            <a:ext cx="4436918" cy="7377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b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Aononto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Jahan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Junnurain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CSE, IUBAT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6620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725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7409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235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TextBox 11"/>
          <p:cNvSpPr txBox="1"/>
          <p:nvPr/>
        </p:nvSpPr>
        <p:spPr>
          <a:xfrm>
            <a:off x="-1" y="1189103"/>
            <a:ext cx="12051303" cy="34582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098"/>
              </a:lnSpc>
              <a:spcBef>
                <a:spcPct val="0"/>
              </a:spcBef>
            </a:pPr>
            <a:r>
              <a:rPr lang="en-US" sz="10070" b="1" dirty="0" smtClean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SYSTEM OVERVIEW</a:t>
            </a:r>
            <a:endParaRPr lang="en-US" sz="10070" b="1" dirty="0">
              <a:solidFill>
                <a:srgbClr val="FFFFFF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</p:spTree>
    <p:extLst>
      <p:ext uri="{BB962C8B-B14F-4D97-AF65-F5344CB8AC3E}">
        <p14:creationId xmlns:p14="http://schemas.microsoft.com/office/powerpoint/2010/main" val="2037467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87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339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42557"/>
            <a:ext cx="12191999" cy="7000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988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41890"/>
            <a:ext cx="12150918" cy="6999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604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4" name="TextBox 11"/>
          <p:cNvSpPr txBox="1"/>
          <p:nvPr/>
        </p:nvSpPr>
        <p:spPr>
          <a:xfrm>
            <a:off x="-1" y="1189103"/>
            <a:ext cx="12051303" cy="36163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098"/>
              </a:lnSpc>
              <a:spcBef>
                <a:spcPct val="0"/>
              </a:spcBef>
            </a:pPr>
            <a:r>
              <a:rPr lang="en-US" sz="10070" b="1" dirty="0" smtClean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SYSTEM </a:t>
            </a:r>
          </a:p>
          <a:p>
            <a:pPr algn="ctr">
              <a:lnSpc>
                <a:spcPts val="14098"/>
              </a:lnSpc>
              <a:spcBef>
                <a:spcPct val="0"/>
              </a:spcBef>
            </a:pPr>
            <a:r>
              <a:rPr lang="en-US" sz="10070" b="1" dirty="0" smtClean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ARCHITECTURE</a:t>
            </a:r>
            <a:endParaRPr lang="en-US" sz="10070" b="1" dirty="0">
              <a:solidFill>
                <a:srgbClr val="FFFFFF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</p:spTree>
    <p:extLst>
      <p:ext uri="{BB962C8B-B14F-4D97-AF65-F5344CB8AC3E}">
        <p14:creationId xmlns:p14="http://schemas.microsoft.com/office/powerpoint/2010/main" val="454209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0763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76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005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383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112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TextBox 11"/>
          <p:cNvSpPr txBox="1"/>
          <p:nvPr/>
        </p:nvSpPr>
        <p:spPr>
          <a:xfrm>
            <a:off x="148717" y="1713111"/>
            <a:ext cx="11589765" cy="3458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98"/>
              </a:lnSpc>
              <a:spcBef>
                <a:spcPct val="0"/>
              </a:spcBef>
            </a:pPr>
            <a:r>
              <a:rPr lang="en-US" sz="10070" b="1" dirty="0" smtClean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USER</a:t>
            </a:r>
          </a:p>
          <a:p>
            <a:pPr algn="ctr">
              <a:lnSpc>
                <a:spcPts val="14098"/>
              </a:lnSpc>
              <a:spcBef>
                <a:spcPct val="0"/>
              </a:spcBef>
            </a:pPr>
            <a:r>
              <a:rPr lang="en-US" sz="10070" b="1" dirty="0" smtClean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INTERFACE</a:t>
            </a:r>
            <a:endParaRPr lang="en-US" sz="10070" b="1" dirty="0">
              <a:solidFill>
                <a:srgbClr val="FFFFFF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</p:spTree>
    <p:extLst>
      <p:ext uri="{BB962C8B-B14F-4D97-AF65-F5344CB8AC3E}">
        <p14:creationId xmlns:p14="http://schemas.microsoft.com/office/powerpoint/2010/main" val="3250237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" y="117987"/>
            <a:ext cx="11887200" cy="6530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540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" y="117987"/>
            <a:ext cx="11887200" cy="653087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" y="870156"/>
            <a:ext cx="11887200" cy="5778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673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" y="117987"/>
            <a:ext cx="11887200" cy="653087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677" y="870156"/>
            <a:ext cx="11375922" cy="577870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471" y="870156"/>
            <a:ext cx="11253019" cy="5778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501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TextBox 11"/>
          <p:cNvSpPr txBox="1"/>
          <p:nvPr/>
        </p:nvSpPr>
        <p:spPr>
          <a:xfrm>
            <a:off x="-132020" y="628665"/>
            <a:ext cx="12051303" cy="72327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098"/>
              </a:lnSpc>
              <a:spcBef>
                <a:spcPct val="0"/>
              </a:spcBef>
            </a:pPr>
            <a:r>
              <a:rPr lang="en-US" sz="10070" b="1" dirty="0" smtClean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BENEFITS</a:t>
            </a:r>
          </a:p>
          <a:p>
            <a:pPr algn="ctr">
              <a:lnSpc>
                <a:spcPts val="14098"/>
              </a:lnSpc>
              <a:spcBef>
                <a:spcPct val="0"/>
              </a:spcBef>
            </a:pPr>
            <a:r>
              <a:rPr lang="en-US" sz="10070" b="1" dirty="0" smtClean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OF</a:t>
            </a:r>
          </a:p>
          <a:p>
            <a:pPr algn="ctr">
              <a:lnSpc>
                <a:spcPts val="14098"/>
              </a:lnSpc>
              <a:spcBef>
                <a:spcPct val="0"/>
              </a:spcBef>
            </a:pPr>
            <a:r>
              <a:rPr lang="en-US" sz="10070" b="1" dirty="0" smtClean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EMIS</a:t>
            </a:r>
          </a:p>
          <a:p>
            <a:pPr algn="ctr">
              <a:lnSpc>
                <a:spcPts val="14098"/>
              </a:lnSpc>
              <a:spcBef>
                <a:spcPct val="0"/>
              </a:spcBef>
            </a:pPr>
            <a:endParaRPr lang="en-US" sz="10070" b="1" dirty="0">
              <a:solidFill>
                <a:srgbClr val="FFFFFF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</p:spTree>
    <p:extLst>
      <p:ext uri="{BB962C8B-B14F-4D97-AF65-F5344CB8AC3E}">
        <p14:creationId xmlns:p14="http://schemas.microsoft.com/office/powerpoint/2010/main" val="3953858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27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754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929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847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165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786" b="-52991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326334" y="2067419"/>
            <a:ext cx="7539334" cy="2371463"/>
          </a:xfrm>
          <a:custGeom>
            <a:avLst/>
            <a:gdLst/>
            <a:ahLst/>
            <a:cxnLst/>
            <a:rect l="l" t="t" r="r" b="b"/>
            <a:pathLst>
              <a:path w="11309001" h="3557195">
                <a:moveTo>
                  <a:pt x="0" y="0"/>
                </a:moveTo>
                <a:lnTo>
                  <a:pt x="11309000" y="0"/>
                </a:lnTo>
                <a:lnTo>
                  <a:pt x="11309000" y="3557195"/>
                </a:lnTo>
                <a:lnTo>
                  <a:pt x="0" y="35571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326334" y="2460672"/>
            <a:ext cx="7539334" cy="1474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539"/>
              </a:lnSpc>
              <a:spcBef>
                <a:spcPct val="0"/>
              </a:spcBef>
            </a:pPr>
            <a:r>
              <a:rPr lang="en-US" sz="8242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THANK YOU</a:t>
            </a:r>
          </a:p>
        </p:txBody>
      </p:sp>
      <p:sp>
        <p:nvSpPr>
          <p:cNvPr id="13" name="Freeform 13"/>
          <p:cNvSpPr/>
          <p:nvPr/>
        </p:nvSpPr>
        <p:spPr>
          <a:xfrm>
            <a:off x="1315011" y="2048415"/>
            <a:ext cx="422695" cy="422695"/>
          </a:xfrm>
          <a:custGeom>
            <a:avLst/>
            <a:gdLst/>
            <a:ahLst/>
            <a:cxnLst/>
            <a:rect l="l" t="t" r="r" b="b"/>
            <a:pathLst>
              <a:path w="634043" h="634043">
                <a:moveTo>
                  <a:pt x="0" y="0"/>
                </a:moveTo>
                <a:lnTo>
                  <a:pt x="634043" y="0"/>
                </a:lnTo>
                <a:lnTo>
                  <a:pt x="634043" y="634044"/>
                </a:lnTo>
                <a:lnTo>
                  <a:pt x="0" y="63404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0454295" y="2048415"/>
            <a:ext cx="422695" cy="422695"/>
          </a:xfrm>
          <a:custGeom>
            <a:avLst/>
            <a:gdLst/>
            <a:ahLst/>
            <a:cxnLst/>
            <a:rect l="l" t="t" r="r" b="b"/>
            <a:pathLst>
              <a:path w="634043" h="634043">
                <a:moveTo>
                  <a:pt x="0" y="0"/>
                </a:moveTo>
                <a:lnTo>
                  <a:pt x="634043" y="0"/>
                </a:lnTo>
                <a:lnTo>
                  <a:pt x="634043" y="634044"/>
                </a:lnTo>
                <a:lnTo>
                  <a:pt x="0" y="63404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841748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20</Words>
  <Application>Microsoft Office PowerPoint</Application>
  <PresentationFormat>Widescreen</PresentationFormat>
  <Paragraphs>13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Inter 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25</cp:revision>
  <dcterms:created xsi:type="dcterms:W3CDTF">2025-09-12T22:02:03Z</dcterms:created>
  <dcterms:modified xsi:type="dcterms:W3CDTF">2026-01-02T07:31:37Z</dcterms:modified>
</cp:coreProperties>
</file>